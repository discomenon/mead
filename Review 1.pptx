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embeddedFontLst>
    <p:embeddedFont>
      <p:font typeface="Fraunces Bold" panose="020B0604020202020204" charset="0"/>
      <p:regular r:id="rId5"/>
    </p:embeddedFont>
    <p:embeddedFont>
      <p:font typeface="Source Serif 4" panose="020B0604020202020204" charset="0"/>
      <p:regular r:id="rId6"/>
    </p:embeddedFont>
    <p:embeddedFont>
      <p:font typeface="Source Serif 4 Bold" panose="020B0604020202020204" charset="0"/>
      <p:regular r:id="rId7"/>
    </p:embeddedFont>
    <p:embeddedFont>
      <p:font typeface="Source Serif 4 SemiBold" panose="020B060402020202020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78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EBF580C-487F-694F-EE2D-1E0D272BD63B}"/>
              </a:ext>
            </a:extLst>
          </p:cNvPr>
          <p:cNvSpPr/>
          <p:nvPr/>
        </p:nvSpPr>
        <p:spPr>
          <a:xfrm>
            <a:off x="914377" y="2188777"/>
            <a:ext cx="10362941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600" b="1" kern="100" spc="-152" dirty="0">
                <a:solidFill>
                  <a:srgbClr val="65452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mead</a:t>
            </a:r>
            <a:endParaRPr lang="en-US" sz="7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CEDDBAD-4B75-665F-7651-526E444DC1BB}"/>
              </a:ext>
            </a:extLst>
          </p:cNvPr>
          <p:cNvSpPr/>
          <p:nvPr/>
        </p:nvSpPr>
        <p:spPr>
          <a:xfrm>
            <a:off x="914377" y="3495404"/>
            <a:ext cx="1036294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2500" b="1" kern="100" spc="-25" dirty="0">
                <a:solidFill>
                  <a:srgbClr val="65452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 New Programming Language with an Assembly-Generating Compiler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2460FCA-4497-DAB5-71EF-DBAE416AD421}"/>
              </a:ext>
            </a:extLst>
          </p:cNvPr>
          <p:cNvSpPr/>
          <p:nvPr/>
        </p:nvSpPr>
        <p:spPr>
          <a:xfrm>
            <a:off x="914328" y="4340542"/>
            <a:ext cx="1036294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2000" kern="100" spc="-20" dirty="0">
                <a:solidFill>
                  <a:srgbClr val="65452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Bridging Programming Simplicity and Execution Performance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FA4532-1A74-5025-DE6F-F8B561EE043D}"/>
              </a:ext>
            </a:extLst>
          </p:cNvPr>
          <p:cNvSpPr/>
          <p:nvPr/>
        </p:nvSpPr>
        <p:spPr>
          <a:xfrm>
            <a:off x="609585" y="6147141"/>
            <a:ext cx="1097252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65452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Presented by: Aditya Menon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018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319BC-3EBB-5C39-3529-7B9EF359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2A764D7-E9B9-801C-4A1E-347D98A3A214}"/>
              </a:ext>
            </a:extLst>
          </p:cNvPr>
          <p:cNvSpPr/>
          <p:nvPr/>
        </p:nvSpPr>
        <p:spPr>
          <a:xfrm>
            <a:off x="609585" y="600509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b="1" kern="100" spc="-32" dirty="0">
                <a:solidFill>
                  <a:srgbClr val="65452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36D8AA0-8056-37E8-EF5B-95F7ECE1705E}"/>
              </a:ext>
            </a:extLst>
          </p:cNvPr>
          <p:cNvSpPr/>
          <p:nvPr/>
        </p:nvSpPr>
        <p:spPr>
          <a:xfrm>
            <a:off x="609585" y="1184311"/>
            <a:ext cx="11582110" cy="28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4F3A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Programming languages often involve a trade-off between ease of development and execution performance.</a:t>
            </a:r>
            <a:endParaRPr lang="en-US" sz="16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4B0E426-30F8-B755-3E16-E87CC443513E}"/>
              </a:ext>
            </a:extLst>
          </p:cNvPr>
          <p:cNvSpPr/>
          <p:nvPr/>
        </p:nvSpPr>
        <p:spPr>
          <a:xfrm>
            <a:off x="622284" y="164983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500" b="1" kern="100" spc="-25" dirty="0">
                <a:solidFill>
                  <a:srgbClr val="65452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Challenge</a:t>
            </a:r>
            <a:endParaRPr lang="en-US" sz="25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62BCF818-3914-069D-C47B-0E2A76E3B988}"/>
              </a:ext>
            </a:extLst>
          </p:cNvPr>
          <p:cNvSpPr/>
          <p:nvPr/>
        </p:nvSpPr>
        <p:spPr>
          <a:xfrm>
            <a:off x="622284" y="2118600"/>
            <a:ext cx="5333867" cy="1648718"/>
          </a:xfrm>
          <a:prstGeom prst="roundRect">
            <a:avLst>
              <a:gd name="adj" fmla="val 693"/>
            </a:avLst>
          </a:prstGeom>
          <a:solidFill>
            <a:srgbClr val="E9E0D1"/>
          </a:solidFill>
          <a:ln/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E52E1AD-5F4E-CB41-7B44-B63D8E4B890F}"/>
              </a:ext>
            </a:extLst>
          </p:cNvPr>
          <p:cNvSpPr/>
          <p:nvPr/>
        </p:nvSpPr>
        <p:spPr>
          <a:xfrm>
            <a:off x="888978" y="2344940"/>
            <a:ext cx="4775081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100" spc="-25" dirty="0">
                <a:solidFill>
                  <a:srgbClr val="65452F"/>
                </a:solidFill>
                <a:latin typeface="Fraunces Bold" pitchFamily="34" charset="0"/>
              </a:rPr>
              <a:t>Python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6142E97F-C7A8-E23B-C30D-FED709E082EC}"/>
              </a:ext>
            </a:extLst>
          </p:cNvPr>
          <p:cNvSpPr/>
          <p:nvPr/>
        </p:nvSpPr>
        <p:spPr>
          <a:xfrm>
            <a:off x="888978" y="2705632"/>
            <a:ext cx="4775081" cy="57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Offers simple, readable syntax but generally has slower execution.</a:t>
            </a:r>
            <a:endParaRPr lang="en-US" sz="16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FE55DE6-79A7-A7CA-AFE9-AFBC42519300}"/>
              </a:ext>
            </a:extLst>
          </p:cNvPr>
          <p:cNvSpPr/>
          <p:nvPr/>
        </p:nvSpPr>
        <p:spPr>
          <a:xfrm>
            <a:off x="6248244" y="2123579"/>
            <a:ext cx="5333867" cy="1648718"/>
          </a:xfrm>
          <a:prstGeom prst="roundRect">
            <a:avLst>
              <a:gd name="adj" fmla="val 693"/>
            </a:avLst>
          </a:prstGeom>
          <a:solidFill>
            <a:srgbClr val="E9E0D1"/>
          </a:solidFill>
          <a:ln/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0248340-4294-68A9-A776-1C5DD1C20109}"/>
              </a:ext>
            </a:extLst>
          </p:cNvPr>
          <p:cNvSpPr/>
          <p:nvPr/>
        </p:nvSpPr>
        <p:spPr>
          <a:xfrm>
            <a:off x="6527637" y="2344940"/>
            <a:ext cx="4775081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100" spc="-25" dirty="0">
                <a:solidFill>
                  <a:srgbClr val="65452F"/>
                </a:solidFill>
                <a:latin typeface="Fraunces Bold" pitchFamily="34" charset="0"/>
              </a:rPr>
              <a:t>C/C++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3E4A1F8-5822-9C99-9194-D11F29F0AE3E}"/>
              </a:ext>
            </a:extLst>
          </p:cNvPr>
          <p:cNvSpPr/>
          <p:nvPr/>
        </p:nvSpPr>
        <p:spPr>
          <a:xfrm>
            <a:off x="6527637" y="2705632"/>
            <a:ext cx="4775081" cy="867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C/C++ offers efficient compiled execution but generally requires more explicit type and memory management.</a:t>
            </a:r>
            <a:endParaRPr lang="en-US" sz="165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99FD1994-BF6A-D687-822E-96DA6F10E6B9}"/>
              </a:ext>
            </a:extLst>
          </p:cNvPr>
          <p:cNvSpPr/>
          <p:nvPr/>
        </p:nvSpPr>
        <p:spPr>
          <a:xfrm>
            <a:off x="609585" y="3950097"/>
            <a:ext cx="7467413" cy="1775420"/>
          </a:xfrm>
          <a:prstGeom prst="roundRect">
            <a:avLst>
              <a:gd name="adj" fmla="val 644"/>
            </a:avLst>
          </a:prstGeom>
          <a:solidFill>
            <a:srgbClr val="E9E0D1"/>
          </a:solidFill>
          <a:ln/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C8F7CFE-6A64-EE23-C65B-1FDE6B17D051}"/>
              </a:ext>
            </a:extLst>
          </p:cNvPr>
          <p:cNvSpPr/>
          <p:nvPr/>
        </p:nvSpPr>
        <p:spPr>
          <a:xfrm>
            <a:off x="888978" y="4168901"/>
            <a:ext cx="690862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500" b="1" kern="100" spc="-25" dirty="0">
                <a:solidFill>
                  <a:srgbClr val="65452F"/>
                </a:solidFill>
                <a:latin typeface="Fraunces Bold" pitchFamily="34" charset="0"/>
              </a:rPr>
              <a:t>Objective</a:t>
            </a: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5F558B4-D139-2B4C-F7FB-3A4A00D34075}"/>
              </a:ext>
            </a:extLst>
          </p:cNvPr>
          <p:cNvSpPr/>
          <p:nvPr/>
        </p:nvSpPr>
        <p:spPr>
          <a:xfrm>
            <a:off x="888978" y="4658852"/>
            <a:ext cx="6908627" cy="867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5A38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 develop Mead, a new programming language that combines simple, readable syntax with statically typed compilation and direct assembly code generation.</a:t>
            </a:r>
            <a:endParaRPr lang="en-US" sz="165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12E02881-FD03-3859-F40E-844399EBFA40}"/>
              </a:ext>
            </a:extLst>
          </p:cNvPr>
          <p:cNvSpPr/>
          <p:nvPr/>
        </p:nvSpPr>
        <p:spPr>
          <a:xfrm>
            <a:off x="8381691" y="3950097"/>
            <a:ext cx="3200419" cy="1775420"/>
          </a:xfrm>
          <a:prstGeom prst="rect">
            <a:avLst/>
          </a:prstGeom>
          <a:solidFill>
            <a:srgbClr val="E9E0D1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DD22F85D-DB35-53D3-B3FE-BE5A18FAEDDC}"/>
              </a:ext>
            </a:extLst>
          </p:cNvPr>
          <p:cNvSpPr/>
          <p:nvPr/>
        </p:nvSpPr>
        <p:spPr>
          <a:xfrm>
            <a:off x="8635685" y="4459752"/>
            <a:ext cx="2692432" cy="76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5A3828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Core Goal:</a:t>
            </a:r>
            <a:r>
              <a:rPr lang="en-US" sz="1450" dirty="0">
                <a:solidFill>
                  <a:srgbClr val="5A38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Python-level simplicity with C-level performance.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2481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Source Serif 4 SemiBold</vt:lpstr>
      <vt:lpstr>Fraunces Bold</vt:lpstr>
      <vt:lpstr>Arial</vt:lpstr>
      <vt:lpstr>Source Serif 4</vt:lpstr>
      <vt:lpstr>Source Serif 4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Menon</dc:creator>
  <cp:lastModifiedBy>adityamenon062006@outlook.com</cp:lastModifiedBy>
  <cp:revision>2</cp:revision>
  <dcterms:created xsi:type="dcterms:W3CDTF">2026-10-12T08:04:34Z</dcterms:created>
  <dcterms:modified xsi:type="dcterms:W3CDTF">2026-10-12T08:19:08Z</dcterms:modified>
</cp:coreProperties>
</file>